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Amatic SC" panose="020F0502020204030204" pitchFamily="2" charset="-79"/>
      <p:regular r:id="rId14"/>
      <p:bold r:id="rId15"/>
    </p:embeddedFont>
    <p:embeddedFont>
      <p:font typeface="Source Code Pro" panose="020F0502020204030204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76EAA-56C2-479A-A9A9-EDAC45AA0367}" v="1" dt="2026-07-11T17:57:25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4c08c4c24e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4c08c4c24e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4c08c4c24e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4c08c4c24e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a762d2d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a762d2d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a762d2d7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a762d2d7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a762d2d7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a762d2d7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a762d2d7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a762d2d7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f4af3519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f4af3519e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3ec608e9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3ec608e9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a762d2d7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a762d2d7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e3ec608e9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e3ec608e9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86E8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Proyectos Erasmus + IES Castelar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Responsable de Proyectos Internacionales: Francisco Pajuelo Holguera</a:t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538" y="443450"/>
            <a:ext cx="4046918" cy="252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proyectos tenemos en el centro?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16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90"/>
              <a:buChar char="●"/>
            </a:pPr>
            <a:r>
              <a:rPr lang="es" sz="1190" b="1"/>
              <a:t>Educación Escolar</a:t>
            </a:r>
            <a:endParaRPr sz="1190" b="1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KA220: Artificial Intelligence for Enviromental Learning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Coordinador: Francisco Pajuelo Holguera</a:t>
            </a:r>
            <a:endParaRPr sz="970"/>
          </a:p>
          <a:p>
            <a:pPr marL="9144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190"/>
          </a:p>
          <a:p>
            <a:pPr marL="457200" lvl="0" indent="-30416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90"/>
              <a:buChar char="●"/>
            </a:pPr>
            <a:r>
              <a:rPr lang="es" sz="1190" b="1"/>
              <a:t>Educación Escolar - Acreditación</a:t>
            </a:r>
            <a:endParaRPr sz="1190" b="1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KA121-SCH: Movilidades de alumnos y profesores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Coordinador: Diana Sosa Baltasar</a:t>
            </a:r>
            <a:endParaRPr sz="970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190" b="1"/>
          </a:p>
          <a:p>
            <a:pPr marL="457200" lvl="0" indent="-30416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90"/>
              <a:buChar char="●"/>
            </a:pPr>
            <a:r>
              <a:rPr lang="es" sz="1190" b="1"/>
              <a:t>Formación Profesional Grado Medio</a:t>
            </a:r>
            <a:endParaRPr sz="1190" b="1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KA121: Movilidades de alumnos para prácticas y profesores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Coordinador: Jesús Ferrera Picado</a:t>
            </a:r>
            <a:endParaRPr sz="970"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190"/>
          </a:p>
          <a:p>
            <a:pPr marL="457200" lvl="0" indent="-30416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190"/>
              <a:buChar char="●"/>
            </a:pPr>
            <a:r>
              <a:rPr lang="es" sz="1190" b="1"/>
              <a:t>Formación Profesional Grado Superior</a:t>
            </a:r>
            <a:endParaRPr sz="1190" b="1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KA131: Movilidades de alumnos para prácticas y profesores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 Informática: Francisco Pajuelo Holguera</a:t>
            </a:r>
            <a:endParaRPr sz="970"/>
          </a:p>
          <a:p>
            <a:pPr marL="914400" lvl="1" indent="-2901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70"/>
              <a:buChar char="○"/>
            </a:pPr>
            <a:r>
              <a:rPr lang="es" sz="970"/>
              <a:t>Coordinador Sanidad: Jesualdo Carcelén Rodríguez y Marta Díaz Miguel</a:t>
            </a:r>
            <a:endParaRPr sz="97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400" y="268601"/>
            <a:ext cx="2974002" cy="8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KA220: AI4GREENED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b="1"/>
              <a:t>3 movilidades con alumnos</a:t>
            </a:r>
            <a:endParaRPr sz="2500" b="1"/>
          </a:p>
          <a:p>
            <a:pPr marL="914400" lvl="1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Lituania. 6 alumnos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Grecia. 6 alumnos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España</a:t>
            </a:r>
            <a:endParaRPr sz="21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400" y="268601"/>
            <a:ext cx="2974002" cy="8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950" y="1426875"/>
            <a:ext cx="3199452" cy="3199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KA220: AI4GREENED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b="1"/>
              <a:t>Fin de proyecto: Diciembre</a:t>
            </a:r>
            <a:endParaRPr sz="2500" b="1"/>
          </a:p>
          <a:p>
            <a:pPr marL="914400" lvl="1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2 movilidades a Turquía</a:t>
            </a:r>
            <a:endParaRPr sz="210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400" y="268601"/>
            <a:ext cx="2974002" cy="8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950" y="1426875"/>
            <a:ext cx="3199452" cy="3199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KA121-SCH: Movilidades de alumnos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332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alumnos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Movilidad en grupo con 11 alumnos en Wieliczka (Polonia) con acompañamiento de 3 profesores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KA121-SCH: Movilidades de alumnos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332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profesores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Job shadowing de 2 profesoras en Martinica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Job shadowing de 2 profesores en Eslovaquia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KA121-VET: Movilidades de alumnos para prácticas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332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alumnos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CFGM Cuidados Auxiliares de Enfermería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Prácticas en un centro socio sanitario en Bolonia (Italia) con acompañamiento de un profesor a la ida y otro a la vuelta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KA121-VET: Movilidades de alumnos para prácticas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332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profesores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Job Shadowing en Berlín (Alemania) sobre la FP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4 profesores TCAE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KA131-HED: Movilidades de alumnos para prácticas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1927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Alumnos</a:t>
            </a:r>
            <a:endParaRPr sz="2100" b="1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Alumno 2º CFGS LCB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FEOE en Gdansk (Polonia)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" sz="2100"/>
              <a:t>Alumna 2º CFGS APC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s" sz="2100"/>
              <a:t>FEOE en Praga (República Checa)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63534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KA131-HED: Movilidades de alumnos para prácticas y profesores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1927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100" b="1"/>
              <a:t>Movilidades Profesores</a:t>
            </a:r>
            <a:endParaRPr sz="2100" b="1"/>
          </a:p>
          <a:p>
            <a:pPr marL="457200" lvl="0" indent="-34194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2100"/>
              <a:t>2 profesores de Sanidad visitan al alumno en Gdansk (Polonia)</a:t>
            </a:r>
            <a:endParaRPr sz="2100"/>
          </a:p>
          <a:p>
            <a:pPr marL="457200" lvl="0" indent="-34194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100"/>
              <a:t>2 profesores de Informática realizan un job shadowing en centro Vitalis en Schkeuditz (Alemania)</a:t>
            </a:r>
            <a:endParaRPr sz="2100"/>
          </a:p>
          <a:p>
            <a:pPr marL="457200" lvl="0" indent="-34194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100"/>
              <a:t>Profesor de Informática realiza job shadowing en Faro (Portugal) 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150" y="390613"/>
            <a:ext cx="2119701" cy="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725" y="827700"/>
            <a:ext cx="590550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Presentación en pantalla (16:9)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Amatic SC</vt:lpstr>
      <vt:lpstr>Arial</vt:lpstr>
      <vt:lpstr>Source Code Pro</vt:lpstr>
      <vt:lpstr>Beach Day</vt:lpstr>
      <vt:lpstr>Presentación de PowerPoint</vt:lpstr>
      <vt:lpstr>¿Qué proyectos tenemos en el centro?</vt:lpstr>
      <vt:lpstr>KA220: AI4GREENED</vt:lpstr>
      <vt:lpstr>KA220: AI4GREENED</vt:lpstr>
      <vt:lpstr>KA121-SCH: Movilidades de alumnos y profesores </vt:lpstr>
      <vt:lpstr>KA121-SCH: Movilidades de alumnos y profesores </vt:lpstr>
      <vt:lpstr>KA121-VET: Movilidades de alumnos para prácticas y profesores </vt:lpstr>
      <vt:lpstr>KA121-VET: Movilidades de alumnos para prácticas y profesores </vt:lpstr>
      <vt:lpstr>KA131-HED: Movilidades de alumnos para prácticas y profesores </vt:lpstr>
      <vt:lpstr>KA131-HED: Movilidades de alumnos para prácticas y profesores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</dc:creator>
  <cp:lastModifiedBy>Diana Sosa Baltasar</cp:lastModifiedBy>
  <cp:revision>1</cp:revision>
  <dcterms:modified xsi:type="dcterms:W3CDTF">2026-07-11T17:57:25Z</dcterms:modified>
</cp:coreProperties>
</file>