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14"/>
      <p:bold r:id="rId15"/>
    </p:embeddedFont>
    <p:embeddedFont>
      <p:font typeface="Source Code Pro" panose="020B050903040302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Sosa Baltasar" userId="223eeb095415c413" providerId="LiveId" clId="{1A66A674-DABF-4A8D-B4ED-D80113475FD1}"/>
    <pc:docChg chg="modSld">
      <pc:chgData name="Diana Sosa Baltasar" userId="223eeb095415c413" providerId="LiveId" clId="{1A66A674-DABF-4A8D-B4ED-D80113475FD1}" dt="2026-07-19T19:07:32.948" v="28" actId="20577"/>
      <pc:docMkLst>
        <pc:docMk/>
      </pc:docMkLst>
      <pc:sldChg chg="modSp mod">
        <pc:chgData name="Diana Sosa Baltasar" userId="223eeb095415c413" providerId="LiveId" clId="{1A66A674-DABF-4A8D-B4ED-D80113475FD1}" dt="2026-07-19T19:07:32.948" v="28" actId="20577"/>
        <pc:sldMkLst>
          <pc:docMk/>
          <pc:sldMk cId="0" sldId="263"/>
        </pc:sldMkLst>
        <pc:spChg chg="mod">
          <ac:chgData name="Diana Sosa Baltasar" userId="223eeb095415c413" providerId="LiveId" clId="{1A66A674-DABF-4A8D-B4ED-D80113475FD1}" dt="2026-07-19T19:07:32.948" v="28" actId="20577"/>
          <ac:spMkLst>
            <pc:docMk/>
            <pc:sldMk cId="0" sldId="263"/>
            <ac:spMk id="1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c08c4c24e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c08c4c24e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c08c4c24e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c08c4c24e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762d2d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a762d2d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762d2d7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a762d2d7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762d2d7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a762d2d7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a762d2d7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a762d2d7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f4af3519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f4af3519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3ec608e9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3ec608e9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762d2d7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a762d2d7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e3ec608e9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e3ec608e9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86E8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Proyectos Erasmus + IES Castelar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Responsable de Proyectos Internacionales: Francisco Pajuelo Holguera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538" y="443450"/>
            <a:ext cx="4046918" cy="25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proyectos tenemos en el centro?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16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Educación Escolar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KA220: Artificial Intelligence for Enviromental Learning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Francisco Pajuelo Holguera</a:t>
            </a:r>
            <a:endParaRPr sz="970"/>
          </a:p>
          <a:p>
            <a:pPr marL="9144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Educación Escolar - Acreditación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KA121-SCH: Movilidades de alumnos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Diana Sosa Baltasar</a:t>
            </a:r>
            <a:endParaRPr sz="97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 b="1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Formación Profesional Grado Medio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KA121: Movilidades de alumnos para prácticas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Jesús Ferrera Picado</a:t>
            </a:r>
            <a:endParaRPr sz="97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Formación Profesional Grado Superior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KA131: Movilidades de alumnos para prácticas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 Informática: Francisco Pajuelo Holguera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 Sanidad: Jesualdo Carcelén Rodríguez y Marta Díaz Miguel</a:t>
            </a:r>
            <a:endParaRPr sz="97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KA220: AI4GREENED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/>
              <a:t>3 movilidades con alumnos</a:t>
            </a:r>
            <a:endParaRPr sz="2500" b="1"/>
          </a:p>
          <a:p>
            <a:pPr marL="914400" lvl="1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Lituania. 6 alumnos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Grecia. 6 alumnos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España</a:t>
            </a:r>
            <a:endParaRPr sz="21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950" y="1426875"/>
            <a:ext cx="3199452" cy="31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KA220: AI4GREENED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/>
              <a:t>Fin de proyecto: Diciembre</a:t>
            </a:r>
            <a:endParaRPr sz="2500" b="1"/>
          </a:p>
          <a:p>
            <a:pPr marL="914400" lvl="1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2 movilidades a Turquía</a:t>
            </a:r>
            <a:endParaRPr sz="21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950" y="1426875"/>
            <a:ext cx="3199452" cy="31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KA121-SCH: Movilidades de alumnos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Movilidad en grupo con 11 alumnos en Wieliczka (Polonia) con acompañamiento de 3 profesores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KA121-SCH: Movilidades de alumnos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profesores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Job shadowing de 2 profesoras en Martinica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Job shadowing de 2 profesores en Eslovaquia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KA121-VET: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CFGM Cuidados Auxiliares de Enfermería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Prácticas en un centro socio sanitario en Bolonia (Italia) con acompañamiento de un profesor a la ida y otro a la vuelta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KA121-VET: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 dirty="0"/>
              <a:t>Movilidades profesores</a:t>
            </a:r>
            <a:endParaRPr sz="2100" b="1" dirty="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 dirty="0"/>
              <a:t>Job Shadowing en Berlín (Alemania) sobre la FP</a:t>
            </a:r>
            <a:endParaRPr sz="21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 dirty="0"/>
              <a:t>4 profesores TCAE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1 curso Palermo (Italia)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 dirty="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KA131-HED: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1927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Alumno 2º CFGS LCB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FEOE en Gdansk (Polonia)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Alumna 2º CFGS APC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FEOE en Praga (República Checa)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KA131-HED: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1927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Profesores</a:t>
            </a:r>
            <a:endParaRPr sz="2100" b="1"/>
          </a:p>
          <a:p>
            <a:pPr marL="457200" lvl="0" indent="-34194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2 profesores de Sanidad visitan al alumno en Gdansk (Polonia)</a:t>
            </a:r>
            <a:endParaRPr sz="2100"/>
          </a:p>
          <a:p>
            <a:pPr marL="457200" lvl="0" indent="-34194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2 profesores de Informática realizan un job shadowing en centro Vitalis en Schkeuditz (Alemania)</a:t>
            </a:r>
            <a:endParaRPr sz="2100"/>
          </a:p>
          <a:p>
            <a:pPr marL="457200" lvl="0" indent="-34194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Profesor de Informática realiza job shadowing en Faro (Portugal) 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725" y="827700"/>
            <a:ext cx="590550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326</Words>
  <Application>Microsoft Office PowerPoint</Application>
  <PresentationFormat>Presentación en pantalla (16:9)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Source Code Pro</vt:lpstr>
      <vt:lpstr>Amatic SC</vt:lpstr>
      <vt:lpstr>Beach Day</vt:lpstr>
      <vt:lpstr>Presentación de PowerPoint</vt:lpstr>
      <vt:lpstr>¿Qué proyectos tenemos en el centro?</vt:lpstr>
      <vt:lpstr>KA220: AI4GREENED</vt:lpstr>
      <vt:lpstr>KA220: AI4GREENED</vt:lpstr>
      <vt:lpstr>KA121-SCH: Movilidades de alumnos y profesores </vt:lpstr>
      <vt:lpstr>KA121-SCH: Movilidades de alumnos y profesores </vt:lpstr>
      <vt:lpstr>KA121-VET: Movilidades de alumnos para prácticas y profesores </vt:lpstr>
      <vt:lpstr>KA121-VET: Movilidades de alumnos para prácticas y profesores </vt:lpstr>
      <vt:lpstr>KA131-HED: Movilidades de alumnos para prácticas y profesores </vt:lpstr>
      <vt:lpstr>KA131-HED: Movilidades de alumnos para prácticas y profesores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</dc:creator>
  <cp:lastModifiedBy>Diana Sosa Baltasar</cp:lastModifiedBy>
  <cp:revision>1</cp:revision>
  <dcterms:modified xsi:type="dcterms:W3CDTF">2026-07-19T19:07:33Z</dcterms:modified>
</cp:coreProperties>
</file>